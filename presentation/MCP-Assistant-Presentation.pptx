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36950" y="798612"/>
            <a:ext cx="1269950" cy="1269950"/>
          </a:xfrm>
          <a:prstGeom prst="roundRect">
            <a:avLst>
              <a:gd name="adj" fmla="val 7200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35772" y="1152525"/>
            <a:ext cx="109375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502448" y="2373362"/>
            <a:ext cx="413895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Assistant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610835" y="3202037"/>
            <a:ext cx="39223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Productivity Server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96466" y="3871764"/>
            <a:ext cx="755106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700"/>
              </a:spcBef>
              <a:spcAft>
                <a:spcPts val="1700"/>
              </a:spcAft>
              <a:buNone/>
            </a:pPr>
            <a:r>
              <a:rPr lang="en-US" sz="17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19+ AI-Callable Tools  |  Multi-Model Chat  |  Per-User Isolation  |  React Frontend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7950" y="4565749"/>
            <a:ext cx="1659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Project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31570" y="4565749"/>
            <a:ext cx="25545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FastMCP + Python + React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8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MCP Assistant?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822275"/>
            <a:ext cx="762000" cy="381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90476"/>
            <a:ext cx="3911650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productivity platform that exposes 19 AI-callable tools through the Model Context Protocol (MCP).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2115145"/>
            <a:ext cx="3911650" cy="1244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interact via a React chat interface backed by OpenRouter for multi-model LLM support. The assistant can check weather, manage notes and tasks, track time, set reminders, read news, and manage calendar events.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3537793"/>
            <a:ext cx="3911650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access paths: a local MCP server for IDE clients, and a multi-user Chat API for the web frontend.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24400" y="1012775"/>
            <a:ext cx="3911650" cy="942826"/>
          </a:xfrm>
          <a:prstGeom prst="roundRect">
            <a:avLst>
              <a:gd name="adj" fmla="val 1077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4400" y="1017538"/>
            <a:ext cx="39116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31287" y="1012775"/>
            <a:ext cx="0" cy="942826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4400" y="1950839"/>
            <a:ext cx="39116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43450" y="1012775"/>
            <a:ext cx="0" cy="94282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650" y="1149251"/>
            <a:ext cx="352687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(port 8000)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65650" y="1419076"/>
            <a:ext cx="34577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Single-user, local IDE clients like Claude Desktop or Cursor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24400" y="2108002"/>
            <a:ext cx="3911650" cy="942826"/>
          </a:xfrm>
          <a:prstGeom prst="roundRect">
            <a:avLst>
              <a:gd name="adj" fmla="val 1077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24400" y="2112764"/>
            <a:ext cx="39116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31287" y="2108002"/>
            <a:ext cx="0" cy="942826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4400" y="3046065"/>
            <a:ext cx="39116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3450" y="2108002"/>
            <a:ext cx="0" cy="94282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650" y="2244477"/>
            <a:ext cx="352687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API (port 8001)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65650" y="2514302"/>
            <a:ext cx="34577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Multi-user, per-user data isolation, React frontend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24400" y="3203228"/>
            <a:ext cx="3911650" cy="942826"/>
          </a:xfrm>
          <a:prstGeom prst="roundRect">
            <a:avLst>
              <a:gd name="adj" fmla="val 1077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24400" y="3207990"/>
            <a:ext cx="39116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1287" y="3203228"/>
            <a:ext cx="0" cy="942826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24400" y="4141291"/>
            <a:ext cx="39116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43450" y="3203228"/>
            <a:ext cx="0" cy="94282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650" y="3339703"/>
            <a:ext cx="352687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 (port 3000)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65650" y="3609529"/>
            <a:ext cx="34577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chat UI with model switching and tools panel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72351" y="47434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19+ AI-Callable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676275"/>
            <a:ext cx="762000" cy="381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815876"/>
            <a:ext cx="2177951" cy="1250454"/>
          </a:xfrm>
          <a:prstGeom prst="roundRect">
            <a:avLst>
              <a:gd name="adj" fmla="val 609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926902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3675" y="1107877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get_weather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3675" y="1250752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weather by city or coords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3675" y="1390352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get_forecast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3675" y="1533227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Multi-day forecast (1-5 days)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3675" y="1672828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convert_temperature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3675" y="1815703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Celsius / Fahrenheit conversion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11351" y="815876"/>
            <a:ext cx="2177951" cy="1250454"/>
          </a:xfrm>
          <a:prstGeom prst="roundRect">
            <a:avLst>
              <a:gd name="adj" fmla="val 609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47826" y="926902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47826" y="1107877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get_world_time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47826" y="1250752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time in any timezone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47826" y="1390352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convert_timezone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47826" y="1533227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between timezones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65502" y="815876"/>
            <a:ext cx="2177951" cy="1250454"/>
          </a:xfrm>
          <a:prstGeom prst="roundRect">
            <a:avLst>
              <a:gd name="adj" fmla="val 609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01977" y="926902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01977" y="1107877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create_note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01977" y="1250752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persistent notes (SQLite)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01977" y="1390352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search_notes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01977" y="1533227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 across notes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142530"/>
            <a:ext cx="2177951" cy="1532930"/>
          </a:xfrm>
          <a:prstGeom prst="roundRect">
            <a:avLst>
              <a:gd name="adj" fmla="val 497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3675" y="2253555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3675" y="2434530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create_task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3675" y="2577405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with priority and due date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3675" y="2717006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list_tasks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3675" y="2859881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status and priority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11351" y="2142530"/>
            <a:ext cx="2177951" cy="1532930"/>
          </a:xfrm>
          <a:prstGeom prst="roundRect">
            <a:avLst>
              <a:gd name="adj" fmla="val 497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847826" y="2253555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47826" y="2434530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track_time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47826" y="2577405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Start/stop project time tracking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847826" y="2717006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get_time_summary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47826" y="2859881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Daily/weekly time reports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847826" y="2999482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set_reminder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47826" y="3142357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time-based alerts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847826" y="3281958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list_reminders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47826" y="3424833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active reminders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65502" y="2142530"/>
            <a:ext cx="2177951" cy="1532930"/>
          </a:xfrm>
          <a:prstGeom prst="roundRect">
            <a:avLst>
              <a:gd name="adj" fmla="val 497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101977" y="2253555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01977" y="2434530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get_news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01977" y="2577405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headlines by topic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3751659"/>
            <a:ext cx="2177951" cy="967978"/>
          </a:xfrm>
          <a:prstGeom prst="roundRect">
            <a:avLst>
              <a:gd name="adj" fmla="val 787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93675" y="3862685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ASSISTANT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3675" y="4043660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summarize_day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3675" y="4186535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daily briefing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3675" y="4326136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plan_meeting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3675" y="4469011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slots across timezones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572351" y="47434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720626"/>
            <a:ext cx="762000" cy="381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885676"/>
            <a:ext cx="3975199" cy="784027"/>
          </a:xfrm>
          <a:prstGeom prst="roundRect">
            <a:avLst>
              <a:gd name="adj" fmla="val 1295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890439"/>
            <a:ext cx="3975199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8387" y="885676"/>
            <a:ext cx="0" cy="784027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950" y="1664940"/>
            <a:ext cx="3975199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000" y="885676"/>
            <a:ext cx="0" cy="784027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751" y="1022152"/>
            <a:ext cx="36436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3751" y="1247477"/>
            <a:ext cx="3643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3000 | Vite + React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3751" y="1390352"/>
            <a:ext cx="3643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UI, model selector, tools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44651" y="1974354"/>
            <a:ext cx="1036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950" y="2517130"/>
            <a:ext cx="3975199" cy="784027"/>
          </a:xfrm>
          <a:prstGeom prst="roundRect">
            <a:avLst>
              <a:gd name="adj" fmla="val 1295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2521893"/>
            <a:ext cx="3975199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78387" y="2517130"/>
            <a:ext cx="0" cy="784027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950" y="3296394"/>
            <a:ext cx="3975199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7000" y="2517130"/>
            <a:ext cx="0" cy="784027"/>
          </a:xfrm>
          <a:prstGeom prst="line">
            <a:avLst/>
          </a:prstGeom>
          <a:noFill/>
          <a:ln w="38100">
            <a:solidFill>
              <a:srgbClr val="E3B3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751" y="2653605"/>
            <a:ext cx="36436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API (Starlette)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3751" y="2878931"/>
            <a:ext cx="3643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8001 | Multi-user auth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3751" y="3021806"/>
            <a:ext cx="3643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LLM | Per-user DB isolation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44651" y="3605808"/>
            <a:ext cx="1036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950" y="4148584"/>
            <a:ext cx="3975199" cy="784027"/>
          </a:xfrm>
          <a:prstGeom prst="roundRect">
            <a:avLst>
              <a:gd name="adj" fmla="val 1295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07950" y="4153346"/>
            <a:ext cx="3975199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8387" y="4148584"/>
            <a:ext cx="0" cy="784027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950" y="4927848"/>
            <a:ext cx="3975199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000" y="4148584"/>
            <a:ext cx="0" cy="784027"/>
          </a:xfrm>
          <a:prstGeom prst="line">
            <a:avLst/>
          </a:prstGeom>
          <a:noFill/>
          <a:ln w="38100">
            <a:solidFill>
              <a:srgbClr val="A371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751" y="4285059"/>
            <a:ext cx="36436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(FastMCP)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3751" y="4510385"/>
            <a:ext cx="3643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8000 | Streamable HTTP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3751" y="4653260"/>
            <a:ext cx="3643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auto-discovered tools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0850" y="885676"/>
            <a:ext cx="3975199" cy="784027"/>
          </a:xfrm>
          <a:prstGeom prst="roundRect">
            <a:avLst>
              <a:gd name="adj" fmla="val 12959"/>
            </a:avLst>
          </a:prstGeom>
          <a:solidFill>
            <a:srgbClr val="1A2233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48076" y="1022152"/>
            <a:ext cx="3672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Auto-Discovery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8076" y="1247477"/>
            <a:ext cx="3672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@mcp.tool() decorator + pkgutil import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8076" y="1390352"/>
            <a:ext cx="3672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file = tool is live. No registration.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0850" y="1745903"/>
            <a:ext cx="3975199" cy="784027"/>
          </a:xfrm>
          <a:prstGeom prst="roundRect">
            <a:avLst>
              <a:gd name="adj" fmla="val 12959"/>
            </a:avLst>
          </a:prstGeom>
          <a:solidFill>
            <a:srgbClr val="1A2233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48076" y="1882378"/>
            <a:ext cx="3672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Tenancy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8076" y="2107704"/>
            <a:ext cx="3672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path: global shared DB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8076" y="2250579"/>
            <a:ext cx="3672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API path: data/user_id/ isolation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0850" y="2606129"/>
            <a:ext cx="3975199" cy="784027"/>
          </a:xfrm>
          <a:prstGeom prst="roundRect">
            <a:avLst>
              <a:gd name="adj" fmla="val 12959"/>
            </a:avLst>
          </a:prstGeom>
          <a:solidFill>
            <a:srgbClr val="1A2233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48076" y="2742605"/>
            <a:ext cx="3672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48076" y="2967930"/>
            <a:ext cx="3672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multi-model switching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8076" y="3110805"/>
            <a:ext cx="3672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GPT-4o, Gemini, Llama, DeepSeek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0850" y="3466356"/>
            <a:ext cx="3975199" cy="784027"/>
          </a:xfrm>
          <a:prstGeom prst="roundRect">
            <a:avLst>
              <a:gd name="adj" fmla="val 12959"/>
            </a:avLst>
          </a:prstGeom>
          <a:solidFill>
            <a:srgbClr val="1A2233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48076" y="3602831"/>
            <a:ext cx="3672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48076" y="3828157"/>
            <a:ext cx="3672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aiosqlite per domain (notes, tasks, etc.)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8076" y="3971032"/>
            <a:ext cx="3672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Pydantic-Settings for config (.env)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72351" y="47434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8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UI: Login &amp; Welcome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765125"/>
            <a:ext cx="762000" cy="381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955625"/>
            <a:ext cx="4896743" cy="4187875"/>
          </a:xfrm>
          <a:prstGeom prst="roundRect">
            <a:avLst>
              <a:gd name="adj" fmla="val 242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user/Work/cproai/hackathon/mcp-server/presentation/screenshots/02-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475" y="965150"/>
            <a:ext cx="4877693" cy="41688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09493" y="955625"/>
            <a:ext cx="2985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Login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09493" y="1269950"/>
            <a:ext cx="2926556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Name-based auth with per-user data isolation. API key generated on first login.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09493" y="2115294"/>
            <a:ext cx="2985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Screen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09493" y="2429619"/>
            <a:ext cx="2926556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greeting with 6 template prompts covering weather, notes, tasks, time tracking, and reminders.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09493" y="3274963"/>
            <a:ext cx="2985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09493" y="3589288"/>
            <a:ext cx="2926556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suggestion chips let users instantly try common workflows without typing.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09493" y="4434632"/>
            <a:ext cx="1510605" cy="253901"/>
          </a:xfrm>
          <a:prstGeom prst="roundRect">
            <a:avLst>
              <a:gd name="adj" fmla="val 6002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836444" y="4485382"/>
            <a:ext cx="1281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/ Light Theme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72351" y="47434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8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UI: Chat &amp; Tool Calls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765125"/>
            <a:ext cx="762000" cy="381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955625"/>
            <a:ext cx="3962400" cy="4187875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user/Work/cproai/hackathon/mcp-server/presentation/screenshots/07-task-cre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475" y="965150"/>
            <a:ext cx="3943350" cy="26053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7475" y="3570536"/>
            <a:ext cx="3943350" cy="917377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7475" y="3575298"/>
            <a:ext cx="39433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9875" y="3681561"/>
            <a:ext cx="37113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Chat with Tool Execution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9875" y="3929211"/>
            <a:ext cx="3638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query via get_weather, then task creation via create_task — both with tool call badges and formatted responses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73501" y="955625"/>
            <a:ext cx="3962549" cy="4187875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home/user/Work/cproai/hackathon/mcp-server/presentation/screenshots/04-tools-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26" y="965150"/>
            <a:ext cx="3943499" cy="26053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3026" y="3570536"/>
            <a:ext cx="3943499" cy="764977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4683026" y="3575298"/>
            <a:ext cx="3943499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35426" y="3681561"/>
            <a:ext cx="3711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Tools Panel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35426" y="3929211"/>
            <a:ext cx="36386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tools organized by category (Weather, Time, Notes, Tasks, Productivity) with descriptions and icons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572351" y="47434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676275"/>
            <a:ext cx="762000" cy="381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815876"/>
            <a:ext cx="1936700" cy="761702"/>
          </a:xfrm>
          <a:prstGeom prst="roundRect">
            <a:avLst>
              <a:gd name="adj" fmla="val 1333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1830" y="926902"/>
            <a:ext cx="174894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1830" y="1323677"/>
            <a:ext cx="1748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71601" y="815876"/>
            <a:ext cx="1936849" cy="761702"/>
          </a:xfrm>
          <a:prstGeom prst="roundRect">
            <a:avLst>
              <a:gd name="adj" fmla="val 1333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65479" y="926902"/>
            <a:ext cx="17490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65479" y="1323677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Models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5401" y="815876"/>
            <a:ext cx="1936849" cy="761702"/>
          </a:xfrm>
          <a:prstGeom prst="roundRect">
            <a:avLst>
              <a:gd name="adj" fmla="val 1333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29279" y="926902"/>
            <a:ext cx="17490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29279" y="1323677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99200" y="815876"/>
            <a:ext cx="1936849" cy="761702"/>
          </a:xfrm>
          <a:prstGeom prst="roundRect">
            <a:avLst>
              <a:gd name="adj" fmla="val 1333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93078" y="926902"/>
            <a:ext cx="17490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93078" y="1323677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Domains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1704529"/>
            <a:ext cx="3987850" cy="1047304"/>
          </a:xfrm>
          <a:prstGeom prst="roundRect">
            <a:avLst>
              <a:gd name="adj" fmla="val 970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5176" y="1841004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5176" y="2025104"/>
            <a:ext cx="368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3.12+ / FastMCP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5176" y="2221855"/>
            <a:ext cx="368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Starlette / Pydantic v2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5176" y="2418606"/>
            <a:ext cx="368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aiosqlite / httpx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950" y="2853333"/>
            <a:ext cx="3987850" cy="796677"/>
          </a:xfrm>
          <a:prstGeom prst="roundRect">
            <a:avLst>
              <a:gd name="adj" fmla="val 1275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5176" y="2989808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LLM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5176" y="3173909"/>
            <a:ext cx="368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(multi-model)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5176" y="3370659"/>
            <a:ext cx="3685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GPT-4o, Gemini, Llama, DeepSeek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48200" y="1704529"/>
            <a:ext cx="3987850" cy="850553"/>
          </a:xfrm>
          <a:prstGeom prst="roundRect">
            <a:avLst>
              <a:gd name="adj" fmla="val 1194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35426" y="1841004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35426" y="2025104"/>
            <a:ext cx="368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35426" y="2221855"/>
            <a:ext cx="368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react-markdown / CSS Variables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48200" y="2656582"/>
            <a:ext cx="3987850" cy="796677"/>
          </a:xfrm>
          <a:prstGeom prst="roundRect">
            <a:avLst>
              <a:gd name="adj" fmla="val 1275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5426" y="2793057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35426" y="2977158"/>
            <a:ext cx="368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pytest-asyncio / pytest-mock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35426" y="3173909"/>
            <a:ext cx="3685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tests across all tools, auth + Chat 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48200" y="3554760"/>
            <a:ext cx="3987850" cy="796677"/>
          </a:xfrm>
          <a:prstGeom prst="roundRect">
            <a:avLst>
              <a:gd name="adj" fmla="val 1275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35426" y="3691235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5426" y="3875336"/>
            <a:ext cx="368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/ uv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35426" y="4072086"/>
            <a:ext cx="3685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Inspector for dev testing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72351" y="47434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OWASP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593675"/>
            <a:ext cx="762000" cy="381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733276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PROTECTIONS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23627"/>
            <a:ext cx="4038600" cy="910828"/>
          </a:xfrm>
          <a:prstGeom prst="roundRect">
            <a:avLst>
              <a:gd name="adj" fmla="val 836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928390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1038" y="923627"/>
            <a:ext cx="0" cy="91082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9693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250" y="923627"/>
            <a:ext cx="0" cy="910828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250" y="1022003"/>
            <a:ext cx="38118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Isolation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2250" y="1190179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Per-user SQLite databases (data/{user_id}/)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2250" y="1326654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keys hashed at rest (SHA-256)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2250" y="1463129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Re-login invalidates old key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2250" y="1599605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Auth required on all endpoints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897856"/>
            <a:ext cx="4038600" cy="910828"/>
          </a:xfrm>
          <a:prstGeom prst="roundRect">
            <a:avLst>
              <a:gd name="adj" fmla="val 836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1902619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1038" y="1897856"/>
            <a:ext cx="0" cy="91082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03922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6250" y="1897856"/>
            <a:ext cx="0" cy="910828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250" y="1996232"/>
            <a:ext cx="38118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&amp; Query Safety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2250" y="2164407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Parameterized SQL everywhere (A03 Injection)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2250" y="2300883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Pydantic validation + max_length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2250" y="2437358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512KB request size limit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2250" y="2573834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react-markdown sanitizes HTML (XSS)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2872085"/>
            <a:ext cx="4038600" cy="910828"/>
          </a:xfrm>
          <a:prstGeom prst="roundRect">
            <a:avLst>
              <a:gd name="adj" fmla="val 836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7200" y="2876848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91038" y="2872085"/>
            <a:ext cx="0" cy="91082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78151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6250" y="2872085"/>
            <a:ext cx="0" cy="910828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250" y="2970461"/>
            <a:ext cx="38118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&amp; Config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2250" y="3138636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Localhost-only binding (127.0.0.1)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2250" y="3275112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CORS restricted to localhost:3000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2250" y="3411587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Secrets in .env (gitignored)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2250" y="3548063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SQLite WAL mode + busy timeout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48200" y="733276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AI-SPECIFIC SAFETY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48200" y="923627"/>
            <a:ext cx="4038600" cy="910828"/>
          </a:xfrm>
          <a:prstGeom prst="roundRect">
            <a:avLst>
              <a:gd name="adj" fmla="val 836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48200" y="928390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2038" y="923627"/>
            <a:ext cx="0" cy="91082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8200" y="1829693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7250" y="923627"/>
            <a:ext cx="0" cy="910828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3250" y="1022003"/>
            <a:ext cx="38118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Tool Guardrails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13250" y="1190179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READ/WRITE tool separation in system prompt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13250" y="1326654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Side-effect dedup (prevents duplicate writes)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13250" y="1463129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 loop capped at 5 rounds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13250" y="1599605"/>
            <a:ext cx="38118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ToolAnnotations (readOnly/destructive hints)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48200" y="1923157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COVERAGE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48200" y="2113508"/>
            <a:ext cx="4038600" cy="999679"/>
          </a:xfrm>
          <a:prstGeom prst="roundRect">
            <a:avLst>
              <a:gd name="adj" fmla="val 76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648200" y="2118271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82038" y="2113508"/>
            <a:ext cx="0" cy="99967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48200" y="3108424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7250" y="2113508"/>
            <a:ext cx="0" cy="999679"/>
          </a:xfrm>
          <a:prstGeom prst="line">
            <a:avLst/>
          </a:prstGeom>
          <a:noFill/>
          <a:ln w="38100">
            <a:solidFill>
              <a:srgbClr val="E3B3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3250" y="2211884"/>
            <a:ext cx="38118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 &amp; Documented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13250" y="2380059"/>
            <a:ext cx="38118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Broken Access Control — mitigated (per-user DB)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13250" y="2507010"/>
            <a:ext cx="38118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A02 Crypto Failures — mitigated (hashed keys)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13250" y="2633960"/>
            <a:ext cx="38118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A03 Injection — mitigated (parameterized SQL)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13250" y="2760911"/>
            <a:ext cx="38118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A05 Misconfiguration — mitigated (localhost, CORS)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13250" y="2887861"/>
            <a:ext cx="38118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A07 Auth Failures — known: name-based (demo)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48200" y="3201888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ROADMAP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648200" y="3392239"/>
            <a:ext cx="4038600" cy="745778"/>
          </a:xfrm>
          <a:prstGeom prst="roundRect">
            <a:avLst>
              <a:gd name="adj" fmla="val 102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648200" y="3397002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82038" y="3392239"/>
            <a:ext cx="0" cy="74577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48200" y="4133255"/>
            <a:ext cx="4038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67250" y="3392239"/>
            <a:ext cx="0" cy="745778"/>
          </a:xfrm>
          <a:prstGeom prst="line">
            <a:avLst/>
          </a:prstGeom>
          <a:noFill/>
          <a:ln w="38100">
            <a:solidFill>
              <a:srgbClr val="E3B3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13250" y="3490615"/>
            <a:ext cx="38118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→ 2 → 3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813250" y="3658791"/>
            <a:ext cx="38118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→ OAuth login → MCP auth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813250" y="3785741"/>
            <a:ext cx="38118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expiry → Audit logging → TLS/HTTPS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813250" y="3912691"/>
            <a:ext cx="38118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roadmap in SECURITY.md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572351" y="47434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99946" y="873175"/>
            <a:ext cx="3743959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267391" y="1806625"/>
            <a:ext cx="26092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36873" y="2540050"/>
            <a:ext cx="2254151" cy="984200"/>
          </a:xfrm>
          <a:prstGeom prst="roundRect">
            <a:avLst>
              <a:gd name="adj" fmla="val 1032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86708" y="2778175"/>
            <a:ext cx="1554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6708" y="3028950"/>
            <a:ext cx="15544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44925" y="2540050"/>
            <a:ext cx="2254151" cy="984200"/>
          </a:xfrm>
          <a:prstGeom prst="roundRect">
            <a:avLst>
              <a:gd name="adj" fmla="val 1032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94760" y="2778175"/>
            <a:ext cx="1554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3028950"/>
            <a:ext cx="15544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52976" y="2540050"/>
            <a:ext cx="2254151" cy="984200"/>
          </a:xfrm>
          <a:prstGeom prst="roundRect">
            <a:avLst>
              <a:gd name="adj" fmla="val 1032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02812" y="2778175"/>
            <a:ext cx="1554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2812" y="3028950"/>
            <a:ext cx="15544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localhost:3000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07001" y="3905250"/>
            <a:ext cx="4129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FastMCP + Python + React | Hackathon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Assistant - Personal Productivity Server</dc:title>
  <dc:subject>PptxGenJS Presentation</dc:subject>
  <dc:creator>MCP Assistant Team</dc:creator>
  <cp:lastModifiedBy>MCP Assistant Team</cp:lastModifiedBy>
  <cp:revision>1</cp:revision>
  <dcterms:created xsi:type="dcterms:W3CDTF">2026-03-31T11:43:27Z</dcterms:created>
  <dcterms:modified xsi:type="dcterms:W3CDTF">2026-03-31T11:43:27Z</dcterms:modified>
</cp:coreProperties>
</file>